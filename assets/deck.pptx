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F0B429"/>
            </a:solidFill>
            <a:ln w="38100" cap="flat">
              <a:solidFill>
                <a:srgbClr val="F0B4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0B429"/>
              </a:solidFill>
              <a:ln w="25400" cap="flat">
                <a:solidFill>
                  <a:srgbClr val="0B0E1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Start</c:v>
                  </c:pt>
                  <c:pt idx="1">
                    <c:v>Aug 31</c:v>
                  </c:pt>
                  <c:pt idx="2">
                    <c:v>Sep 1</c:v>
                  </c:pt>
                  <c:pt idx="3">
                    <c:v>Sep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</c:v>
                </c:pt>
                <c:pt idx="1">
                  <c:v>89283.95999999999</c:v>
                </c:pt>
                <c:pt idx="2">
                  <c:v>103637.12999999999</c:v>
                </c:pt>
                <c:pt idx="3">
                  <c:v>179087.12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  <c:min val="80000"/>
        </c:scaling>
        <c:delete val="0"/>
        <c:axPos val="l"/>
        <c:majorGridlines>
          <c:spPr>
            <a:ln w="12700" cap="flat">
              <a:solidFill>
                <a:srgbClr val="232A38"/>
              </a:solidFill>
              <a:prstDash val="solid"/>
              <a:round/>
            </a:ln>
          </c:spPr>
        </c:majorGridlines>
        <c:numFmt formatCode="$#,##0,\K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solidFill>
      <a:srgbClr val="14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A brand-new $100k paper account, and the agent is up +79.1% across 3 trading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on this slide is pulled from the Alpaca account at build time - nothing here is typed in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management runs before entry on every pass - the book is always managed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174 network-free tests cover the scorer, these gates, the sizing maths and the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say 'LLM proposes, code decides'. This goes further: the model is wired so it cannot increase exposure even if it wanted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not a box-tick. It is why the P&amp;L two slides back is broker truth rather than a mid-price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Show a refusal record on screen - a judge seeing a complete decision trail, including the no-trades, is the most persuasive frame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claims. Each one is checkable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hackathon's required one-page write-up. The same content ships as docs/ONE_PAGER.md and docs/ONE_PAGER.pdf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AI Trading Agents Hackathon  ·  Sept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Trade Provable.</a:t>
            </a:r>
            <a:endParaRPr lang="en-US" sz="5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Loss Capped.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0DTE options agent on Alpaca. Max loss capped by construction,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decision it makes is journaled.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81888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ALPACA PAPER · 3 SESSIONS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111496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5623560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81728" y="46177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74336" y="481888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LOSS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51114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 paid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974336" y="5623560"/>
            <a:ext cx="2706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4617720"/>
            <a:ext cx="3465576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48188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5111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PA38HG4D9653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5623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fresh for this event at $100,000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 3 sessions, +79.1%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3200400"/>
          </a:xfrm>
          <a:prstGeom prst="roundRect">
            <a:avLst>
              <a:gd name="adj" fmla="val 2286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 · ALPACA PAPER PA38HG4D9653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212848"/>
          <a:ext cx="616305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69480" y="1901952"/>
            <a:ext cx="4370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REALISED BY SESSION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69480" y="2240280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402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58200" y="224028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-$10,716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875520" y="22402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in / 16 out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69480" y="2807208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0720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280720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+$14,353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807208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 / 9 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69480" y="3374136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37413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7413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+$75,450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374136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 / 18 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69480" y="4050792"/>
            <a:ext cx="4370832" cy="896112"/>
          </a:xfrm>
          <a:prstGeom prst="roundRect">
            <a:avLst>
              <a:gd name="adj" fmla="val 81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62088" y="4251960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62088" y="4544568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  ·  $179,087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entries and 43 exits on SPY / QQQ / IWM, every one placed through the Alpaca CLI and booked at the real broker fill. Positions are flat at the close of every session - the agent never carries a 0DTE into expiry.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stages, no human in it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5m bars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2961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3078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078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2222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rel-vol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175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1292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292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0436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band +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9389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506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506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cooldowns,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7603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720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7720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6864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5817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9593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593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07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ladder exits,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15:50 flatten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DEFINED BY CONSTRUCTION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only. The ceiling is set by the instrument, not by code that has to remember.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VALIDATED, NOT GUESSED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 sessions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real OPRA option bars and 4,544 alerts stand behind every control that ships.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83296" y="3611880"/>
            <a:ext cx="3557016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81304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AUTONOMOUS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10565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375904" y="50292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session per weekday in an isolated container. Nobody approves a trade.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·  Risk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is structural before it is procedural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options only.  </a:t>
            </a:r>
            <a:pPr indent="0" marL="0">
              <a:buNone/>
            </a:pPr>
            <a:r>
              <a:rPr lang="en-US" sz="14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loss is the premium paid - enforced by the instrument, not by code that has to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ONE-LOT GUARD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second open lot on a (symbol, direction) already held.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DIRECTION / UNDERLYING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simultaneous call and put on the same symbol.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DEDUP · 30 MIN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Entry-anchored, so a persistent score cannot stack the same name.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SIZING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to the account's real options buying power - an expensive contract sizes down, never rejects.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08576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WINDOW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ET. Hard flatten at 15:50 - a 0DTE never reaches expiry.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3296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ORPHAN SWEEP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option position the agent did not open is flattened at startup and at EOD.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ladder in both directions:  +40% scales out half and trails the runner by 40% of its peak gain  ·  -20% sells half, -40% the rest  ·  a 30-minute stop closes anything still under water  ·  15:50 flatten.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AI logic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is structurally incapable of adding risk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SIGNAL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 break,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relative volume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17068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7185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185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GATE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329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≥ 0.70, outside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half-OR band, regime agrees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9389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506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506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VETO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8650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/ bear debate,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read - no-go only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81710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1827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1827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971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ONE-WAY RULE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→ no-go only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remove a trade the rules approved. It can never resurrect one they rejected, so the deterministic path is a strict subset of the AI path - and both are auditable against each other.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CLOSED, NEVER OPEN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degrade, don't guess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 The agent never trades on a model response it could not read.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scored sessions ran the deterministic gate; the Claude veto ships tested and runnable via --decision-mode llm.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Alpaca infrastructure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Alpaca's CLI, not just the SDK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VIA THE ALPACA CLI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order submit, then poll to a terminal state. The agent books the real broker fill, not a quote - so cash P&amp;L is buy-fill against sell-fill.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ENDPOINT, PROVEN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 The env var alone isn't proof - a profile's live_trade can route live.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IDEMPOTENT SUBMITS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an ambiguous failure it reconciles by --client-order-id via `alpaca order get-by-client-id` before ever resubmitting. No duplicate, no orphan.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UNATTENDED AND AUDITABLE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(5m bars, contract discovery, ATM quotes) via the Alpaca SDK. Isolated Docker container, one session per weekday, JSONL journal per scan.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Requirement: projects must use Alpaca's MCP server or its CLI tools.   —   every order in the book above went through the CLI.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The audit trail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agents show the trades they took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shows the ones it refused.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6766560" cy="2880360"/>
          </a:xfrm>
          <a:prstGeom prst="roundRect">
            <a:avLst>
              <a:gd name="adj" fmla="val 254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logs/decisions-2026-09-03.jsonl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2608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"symbol": "QQQ",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0.68,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"would_have_direction": "put",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"noise_band": { "state": "inside"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"gate": { "go": false,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"rationale": "score 0.68 &lt; min 0.70"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"order": null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71232" y="242316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262432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PER SCAN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91693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reasoning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355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every signal, band state, gate verdict, risk verdict, order.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71232" y="39319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413308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42569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implicit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86460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reconstruct every decision the agent made, and every one it declined to make.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 in the repo carries 14 journal records across 2 session files - clone it and check any decision against the record.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trade provable. Every loss capped.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sessions, +79.1%.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4290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 capped by the instrument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not by code that has to remember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325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03250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can only remove risk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structurally unable to add a trade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63600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P&amp;L is the real broker fill, not a quote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23951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journaled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including the ones it refused to take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paper account PA38HG4D9653  ·  paper trading only. Hypothetical results; not investment advice.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one-page write-up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logic  ·  Risk gates  ·  Alpaca infrastructure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paper PA38HG4D9653  ·  single-leg long 0DTE on SPY / QQQ / IWM  ·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 (+79.1%) across 3 sessions, 34 entries / 43 exits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 logic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Scorer reduces Alpaca 5m bars to one number: VWAP position, opening-range break, RSI, EMA stack, relative volume - plus a proposed direction.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Half-opening-range noise band: is the break larger than the symbol's own morning noise?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breadth: 5 of 8 mega-caps above their 20-day average as of the last completed session. Only ever removes the opposed side.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Claude layer argues bull and bear over the scored facts and returns strict JSON - and can only turn a go into a no-go.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never resurrect a rejected trade, so the deterministic path is a strict subset of the AI path.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1144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Risk gates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only: max loss is the premium paid, set by the instrument.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open lot per (symbol, direction); one direction per underlying.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entry-anchored dedup, so a persistent score cannot stack the same name.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trimmed to the account's real options buying power - expensive contracts size down, never reject.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ET; hard flatten at 15:50, so a 0DTE never reaches expiry.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sweep at startup and EOD for positions the agent did not open.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Exits: +40% sells half and trails the runner; -20% half, -40% the rest; 30-min stop if under water.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network-free tests cover all of it.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7616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Alpaca infrastructure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CLI, not the SDK: `alpaca order submit`, then poll to a terminal state.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 books the real broker fill, not a quote - cash P&amp;L is buy-fill against sell-fill.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ambiguous submit is reconciled by --client-order-id before it will ever resubmit.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- bars, contract discovery, ATM quotes - via the Alpaca Market Data API.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in an isolated Docker container, one session per weekday.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appends one JSONL record with the full reasoning to logs/.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Every Trade Provable. Every Loss Capped.</dc:title>
  <dc:subject>PptxGenJS Presentation</dc:subject>
  <dc:creator>KIBA0993</dc:creator>
  <cp:lastModifiedBy>KIBA0993</cp:lastModifiedBy>
  <cp:revision>1</cp:revision>
  <dcterms:created xsi:type="dcterms:W3CDTF">2026-09-03T21:44:10Z</dcterms:created>
  <dcterms:modified xsi:type="dcterms:W3CDTF">2026-09-03T21:44:10Z</dcterms:modified>
</cp:coreProperties>
</file>