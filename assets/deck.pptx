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tests are independent of each other, so they fail for different reasons. The band is the one worth pausing on: the threshold comes from that morning's own range, not from a constant someone tuned.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174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why the profit and loss two slides back is the real fill price from the broker, rather than a number the agent worked out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Decision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tests. A trade needs all three.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NOISE BAND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break bigger than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symbol's own noise?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LEADER REGIME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of 8 mega-caps above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20-day average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HALF-OPENING-RANGE BAND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noise, not signal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break only counts if it clears half of that symbol's own opening range. The bar is set by the morning's actual behaviour rather than a fixed number, so a quiet SPY and a wild IWM are not judged the same way.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LEADER BREADTH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removes, never adds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of 8 mega-caps above their 20-day average as of the last completed session. The regime can only rule out the opposed direction - it never creates a trade the score did not already propose.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trade needs the score at or above 0.70, price outside the band, and the direction agreeing with the regime. Any one of the three says no and nothing is placed.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goes through the Alpaca CLI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PLACED THROUGH THE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runs `alpaca order submit` and waits for the order to fill. It records the price it actually got, so the profit and loss is real money in and out - not an estimate from a quote.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ACCOUNT, CHECKED EVERY TIME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places anything, the agent confirms `alpaca doctor` is pointing at the paper endpoint. If it is not, the agent does not trade.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A DUPLICATE ORDER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submit times out, the agent looks the order up by its own ID before trying again. The result is one order, or none - never two.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ON ITS OWN, AND LOGS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and contracts come from Alpaca's market data API. It runs in its own container, once each weekday, and writes a log line for every decision.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2026-09-04T01:01:24Z</dcterms:created>
  <dcterms:modified xsi:type="dcterms:W3CDTF">2026-09-04T01:01:24Z</dcterms:modified>
</cp:coreProperties>
</file>